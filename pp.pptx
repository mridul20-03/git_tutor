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A734-BC90-4C29-56E8-946834140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EC655-E419-EAB5-DE1A-E9019FA44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14503-152C-E071-C8DD-6CBDC756B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785B-B4EA-4A43-96E6-565545D0BCE0}" type="datetimeFigureOut">
              <a:rPr lang="en-IN" smtClean="0"/>
              <a:t>19-06-2022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F426B-1C02-AB18-F397-2C6D38CC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ADA48-7D27-8634-F0E8-F6BDF253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3C53-7985-4DAD-9222-BBC9B5C43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20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0CBC-CE3E-3839-738A-12F736A07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0C351-B3CD-EBBE-231F-0D4BDFB5F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9E75D-02E1-E806-429D-E344FA66F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785B-B4EA-4A43-96E6-565545D0BCE0}" type="datetimeFigureOut">
              <a:rPr lang="en-IN" smtClean="0"/>
              <a:t>19-06-2022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C300F-4D7A-9893-B192-0078B736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F7B8F-9050-C8CC-15E7-7E28B5499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3C53-7985-4DAD-9222-BBC9B5C43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787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3DBA-54B1-61DE-50E6-119BC12FF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26C1B-577D-B629-A3E0-62838A886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E60B5-9604-05DB-89CB-F069992B2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785B-B4EA-4A43-96E6-565545D0BCE0}" type="datetimeFigureOut">
              <a:rPr lang="en-IN" smtClean="0"/>
              <a:t>19-06-2022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BE029-4A1F-00AB-112A-C8DE00834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EB028-CBE0-D599-C5AD-D4CB1CE49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3C53-7985-4DAD-9222-BBC9B5C43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02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DBA0-1048-6E79-532D-C5852013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25B01-514B-E931-91F0-E711F1F3B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8DF4C-7CC0-F6D4-1CCB-39DF7D4C3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03AE6-312D-2320-0493-E606FC6D6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785B-B4EA-4A43-96E6-565545D0BCE0}" type="datetimeFigureOut">
              <a:rPr lang="en-IN" smtClean="0"/>
              <a:t>19-06-2022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2A2F3-2822-1AAF-C73E-8CC8DBA43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08021-FEA2-2A7C-535D-C95F6D37A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3C53-7985-4DAD-9222-BBC9B5C43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99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CDFF-E10B-9D26-FC3D-9DA282A6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42E6F-59DD-3A67-FD5A-EE024E08C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2A1A7-71D9-B714-F4FF-2D7F8D254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968A1-CBA2-5246-1AF8-C5B21E1388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50F29F-3EAF-7427-1614-89538B986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F5743F-4378-A202-FF62-2C09CEE0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785B-B4EA-4A43-96E6-565545D0BCE0}" type="datetimeFigureOut">
              <a:rPr lang="en-IN" smtClean="0"/>
              <a:t>19-06-2022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3F2E84-EA20-0CF2-0D09-A8C6DC8E2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E4D729-F07B-2E71-4B2D-242AF8D4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3C53-7985-4DAD-9222-BBC9B5C43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171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6FB8-0036-0FA1-97B4-0292A3C22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E546C4-61A8-66F1-71BC-35E5A796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785B-B4EA-4A43-96E6-565545D0BCE0}" type="datetimeFigureOut">
              <a:rPr lang="en-IN" smtClean="0"/>
              <a:t>19-06-2022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F8F45-7259-B01C-DF49-77EB2865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E0251-B963-84B7-E64A-AABAF37D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3C53-7985-4DAD-9222-BBC9B5C43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202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4A3A66-A428-D00C-8760-3B0D7562A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785B-B4EA-4A43-96E6-565545D0BCE0}" type="datetimeFigureOut">
              <a:rPr lang="en-IN" smtClean="0"/>
              <a:t>19-06-2022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31D0BA-13BD-324E-7988-CFADE9DA7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F3E3D-C37A-29C8-D451-DE0DFDEC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3C53-7985-4DAD-9222-BBC9B5C43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431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3A66E-98C6-2906-EBD0-211FD9F0F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1995-BF79-92E4-E71F-77F674241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AFD2F-1DA7-10A0-4BCF-3ED5462DD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6D754-E543-68EF-3310-A0842FD4C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785B-B4EA-4A43-96E6-565545D0BCE0}" type="datetimeFigureOut">
              <a:rPr lang="en-IN" smtClean="0"/>
              <a:t>19-06-2022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1CAC8-E355-A6CC-EF4E-59C3C4455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3AD40-8185-2DF8-CCC5-EF1D06AF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3C53-7985-4DAD-9222-BBC9B5C43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C131A-F065-A70F-CCCD-32DF3606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EF90FF-3C85-CCA9-91B1-5244F5522A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F4FB8-E3BC-C037-5563-1ACE6673D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ECBBC-A0BE-8740-A49F-8D07F9A8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785B-B4EA-4A43-96E6-565545D0BCE0}" type="datetimeFigureOut">
              <a:rPr lang="en-IN" smtClean="0"/>
              <a:t>19-06-2022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EAFE0-37D6-7300-55B1-4947F55B6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34EAC-67EF-E364-3BED-FB3167ED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3C53-7985-4DAD-9222-BBC9B5C43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394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CED47-2A8F-C820-611E-E3BBC5F6F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0878F-BF63-CFBC-7385-17AF668D6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3FF0B-3F6F-F59F-8827-9F7851973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785B-B4EA-4A43-96E6-565545D0BCE0}" type="datetimeFigureOut">
              <a:rPr lang="en-IN" smtClean="0"/>
              <a:t>19-06-2022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91191-5A27-D5CE-BD8E-3680C80B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3B221-0554-558B-ACAE-B0A2AF16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3C53-7985-4DAD-9222-BBC9B5C43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841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FC59C4-1C0F-579A-C3D8-20D0627065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D2641F-56A7-61B5-E440-1F709BA4D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EC366-E1B9-F78A-74C2-191377330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785B-B4EA-4A43-96E6-565545D0BCE0}" type="datetimeFigureOut">
              <a:rPr lang="en-IN" smtClean="0"/>
              <a:t>19-06-2022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E9445-8748-4A3A-861E-96AC86D1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B80A6-EFDC-9030-1CC0-4C226B80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3C53-7985-4DAD-9222-BBC9B5C43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867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6FD0-5E03-1620-F2D0-F5FE7BF7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2296E-68A6-7E93-10DC-E94400A96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5DEFD-26CB-D93C-14FF-A932FEC69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E785B-B4EA-4A43-96E6-565545D0BCE0}" type="datetimeFigureOut">
              <a:rPr lang="en-IN" smtClean="0"/>
              <a:t>19-06-2022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4EA28-68B5-0AD7-6C4A-43289142A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68877-D80F-3EAF-95BD-F68D56A92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3C53-7985-4DAD-9222-BBC9B5C43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097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AFD3E-03EE-1358-4976-FD751B2161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yjuykuy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32D26-A441-FD9C-CB53-757DC54B57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546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yjuykuy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yjuykuy</dc:title>
  <dc:creator>Mridul Jain</dc:creator>
  <cp:lastModifiedBy>Mridul Jain</cp:lastModifiedBy>
  <cp:revision>1</cp:revision>
  <dcterms:created xsi:type="dcterms:W3CDTF">2022-06-19T14:17:11Z</dcterms:created>
  <dcterms:modified xsi:type="dcterms:W3CDTF">2022-06-19T14:17:15Z</dcterms:modified>
</cp:coreProperties>
</file>